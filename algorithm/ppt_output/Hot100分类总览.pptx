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127796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-hot100-classification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27796" cy="121916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array-and-st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27796" cy="121916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linked-list-and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27796" cy="121916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earch-and-data-stru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27796" cy="121916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greedy-and-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27796" cy="121916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